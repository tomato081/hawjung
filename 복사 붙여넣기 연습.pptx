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9" r:id="rId3"/>
    <p:sldId id="260" r:id="rId4"/>
    <p:sldId id="256" r:id="rId5"/>
    <p:sldId id="257" r:id="rId6"/>
    <p:sldId id="258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A673A2-6069-A5FE-5E19-66E16D3A0F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494B266-B29C-A1A3-F1FA-5A78919503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B7A757-F909-1F5C-E7AA-EEC1A7F6E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4958-1D02-43CF-89DA-4D58536AD61E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7AA0C7-7222-D11B-45F2-C9583D638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22C51C-C2CC-AB07-4F53-F955FB6F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D2E90-4A09-4E0B-BAFD-5465D742A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266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6A3937-80A5-C019-1852-DE5D4883E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56ED9A-9463-61C6-8D13-97287385F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E93B25-A3D3-3823-DF4D-E4285439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4958-1D02-43CF-89DA-4D58536AD61E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BBB6CA-1F57-1073-8430-1FD6AD398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CBC43-2428-8BBD-62AC-9ACB69A73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D2E90-4A09-4E0B-BAFD-5465D742A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631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49C2BB-3974-D575-C543-E4E316669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B997AF-26D0-482C-57A0-FE3248842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FA5AEA-D6C0-8C9E-9980-15650046E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4958-1D02-43CF-89DA-4D58536AD61E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0FE485-527B-7A45-3DF6-89767C899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7D7F2F-EBCD-DFEC-CC24-A5C014BF1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D2E90-4A09-4E0B-BAFD-5465D742A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048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A59F9-712D-307B-1321-8BB2B06A8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F01B65-3ABC-06C9-E15A-15E1FB412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2E6A29-7C45-33EF-70DE-811B592B7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A70E71-DA9E-1ADC-7DC3-189DC76E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4958-1D02-43CF-89DA-4D58536AD61E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786313-3569-6464-52BB-F6E8F96CD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CAD316-3912-2BAC-4164-8DF982341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D2E90-4A09-4E0B-BAFD-5465D742A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5161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5CB987-0ECD-7B70-1629-C53946F61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537CBE-002F-D655-EB68-7F98EB961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468A22-AB0B-2768-136F-85DF5FADF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89BA184-0861-DB79-0EF9-CB7ADF205B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0601359-E519-84B6-DA66-EF1EE92052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8BB6C26-3E5C-5FA2-E272-DC58B1897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4958-1D02-43CF-89DA-4D58536AD61E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0F57960-E2D6-6ACF-8E34-E3F4986ED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11D6200-E568-7E62-9630-FE75BB0A2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D2E90-4A09-4E0B-BAFD-5465D742A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870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4E114A-DD77-C348-E0C3-5D0D7014A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E5CD2B0-BC8E-A513-8959-3FBD598C0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4958-1D02-43CF-89DA-4D58536AD61E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03DDDF-94CD-02AD-5553-57C786843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88CDBE-7876-A15D-F281-349F7A496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D2E90-4A09-4E0B-BAFD-5465D742A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317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BDB8E2F-7138-3878-C7FD-A668AAD0A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4958-1D02-43CF-89DA-4D58536AD61E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650C9DD-A67B-D486-0BA4-CA48C5D5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94307E-A152-1E15-5F52-FA738465A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D2E90-4A09-4E0B-BAFD-5465D742A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6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27FBFD-55F9-4394-BC55-C79CA0369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2D9CDF-4CB4-D624-0356-1076D68B7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E81D01-E40B-25BA-FF9F-4D2C1F08C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40D160-BF30-D2FB-F7BF-4FBBA57DC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4958-1D02-43CF-89DA-4D58536AD61E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058679-7E82-3311-0884-D6AFEBE6A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7D3DF2-ACF6-C847-C010-44C4F039B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D2E90-4A09-4E0B-BAFD-5465D742A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445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5322D1-E2CA-1329-F698-2B99139F5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2E8F69-B1B3-0AF8-E7FC-33FDE4ED34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007132-7BA5-804D-98BE-F7B0EEF25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C528FE-13F2-0636-BC60-5FDEBB3B5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4958-1D02-43CF-89DA-4D58536AD61E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223450-37CD-6141-120D-847A6CDA2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4C126A-17E8-0DBA-76F3-DA5E6B47D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D2E90-4A09-4E0B-BAFD-5465D742A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98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EE2A8-C9A2-F7F3-E66E-50D641031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D81F65-69F5-E927-3E10-69DA425A9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06ECC8-BA77-E537-ED29-5AACEFB6F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4958-1D02-43CF-89DA-4D58536AD61E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8BFDF8-341A-8BAB-9F60-4C008F800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4D6F39-3F90-84DF-FD33-48E2C3457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D2E90-4A09-4E0B-BAFD-5465D742A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3988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E3EB7F-89D9-12FC-F9D3-729B68FC25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F48C2E-4A35-88F9-D980-3FCE2CCE5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47EB0F-665B-CE80-DE31-BDA2A7D5C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04958-1D02-43CF-89DA-4D58536AD61E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5C0DA4-236A-1B4B-8369-CABE18877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89A2F4-3218-AD87-A6CB-FFC826A24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D2E90-4A09-4E0B-BAFD-5465D742A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199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B2A4E1-E5F6-CA44-1431-44BAF7FCB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00B79F-1D65-6326-FEAB-19FD11BD6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51D182-F610-5084-8C55-5C81E93C5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04958-1D02-43CF-89DA-4D58536AD61E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FF9129-6020-3155-C5F7-20CDBE9A12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2634BC-4250-D82A-7B85-62CD35125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D2E90-4A09-4E0B-BAFD-5465D742AF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568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2315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5318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2367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6A2193-03FB-8767-2FE0-4F7D560155C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333500" y="3181350"/>
            <a:ext cx="3714750" cy="268605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000" b="1"/>
              <a:t>디지털은 기술이야</a:t>
            </a:r>
            <a:br>
              <a:rPr lang="en-US" altLang="ko-KR" sz="3000" b="1"/>
            </a:br>
            <a:r>
              <a:rPr lang="ko-KR" altLang="en-US" sz="3000" b="1"/>
              <a:t>반복해서 연습하면</a:t>
            </a:r>
            <a:r>
              <a:rPr lang="en-US" altLang="ko-KR" sz="3000" b="1"/>
              <a:t>,</a:t>
            </a:r>
            <a:br>
              <a:rPr lang="ko-KR" altLang="en-US" sz="3000" b="1"/>
            </a:br>
            <a:r>
              <a:rPr lang="ko-KR" altLang="en-US" sz="3000" b="1"/>
              <a:t>누구나 할 수 있어</a:t>
            </a:r>
            <a:br>
              <a:rPr lang="en-US" altLang="ko-KR" sz="3000" b="1"/>
            </a:br>
            <a:r>
              <a:rPr lang="ko-KR" altLang="en-US" sz="3000" b="1"/>
              <a:t>같이 해보자</a:t>
            </a:r>
            <a:r>
              <a:rPr lang="en-US" altLang="ko-KR" sz="3000" b="1"/>
              <a:t>!</a:t>
            </a:r>
            <a:endParaRPr lang="ko-KR" altLang="en-US" sz="3000" b="1"/>
          </a:p>
        </p:txBody>
      </p:sp>
    </p:spTree>
    <p:extLst>
      <p:ext uri="{BB962C8B-B14F-4D97-AF65-F5344CB8AC3E}">
        <p14:creationId xmlns:p14="http://schemas.microsoft.com/office/powerpoint/2010/main" val="3434095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024D0-2C17-32F9-C90D-5DCB20F2F7C9}"/>
              </a:ext>
            </a:extLst>
          </p:cNvPr>
          <p:cNvSpPr txBox="1">
            <a:spLocks/>
          </p:cNvSpPr>
          <p:nvPr/>
        </p:nvSpPr>
        <p:spPr>
          <a:xfrm>
            <a:off x="1333500" y="3181350"/>
            <a:ext cx="3714750" cy="268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ko-KR" sz="3000" b="1"/>
              <a:t>1.</a:t>
            </a:r>
            <a:r>
              <a:rPr lang="ko-KR" altLang="en-US" sz="3000" b="1"/>
              <a:t>메뉴 사용하기</a:t>
            </a:r>
            <a:br>
              <a:rPr lang="en-US" altLang="ko-KR" sz="3000" b="1"/>
            </a:br>
            <a:r>
              <a:rPr lang="en-US" altLang="ko-KR" sz="3000" b="1"/>
              <a:t>2.</a:t>
            </a:r>
            <a:r>
              <a:rPr lang="ko-KR" altLang="en-US" sz="3000" b="1"/>
              <a:t>단축키 사용하기</a:t>
            </a:r>
            <a:endParaRPr lang="en-US" altLang="ko-KR" sz="3000" b="1"/>
          </a:p>
          <a:p>
            <a:pPr algn="ctr">
              <a:lnSpc>
                <a:spcPct val="150000"/>
              </a:lnSpc>
            </a:pPr>
            <a:r>
              <a:rPr lang="en-US" altLang="ko-KR" sz="3000" b="1"/>
              <a:t>3.</a:t>
            </a:r>
            <a:r>
              <a:rPr lang="ko-KR" altLang="en-US" sz="3000" b="1"/>
              <a:t>마우스 우클릭</a:t>
            </a:r>
            <a:r>
              <a:rPr lang="en-US" altLang="ko-KR" sz="3000" b="1"/>
              <a:t>!</a:t>
            </a:r>
            <a:br>
              <a:rPr lang="en-US" altLang="ko-KR" sz="3000" b="1"/>
            </a:br>
            <a:r>
              <a:rPr lang="ko-KR" altLang="en-US" sz="3000" b="1"/>
              <a:t>세가지 기술</a:t>
            </a:r>
          </a:p>
        </p:txBody>
      </p:sp>
    </p:spTree>
    <p:extLst>
      <p:ext uri="{BB962C8B-B14F-4D97-AF65-F5344CB8AC3E}">
        <p14:creationId xmlns:p14="http://schemas.microsoft.com/office/powerpoint/2010/main" val="2288134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A4ADF7-AD17-F7BC-CF5B-5EE7A4E66E6D}"/>
              </a:ext>
            </a:extLst>
          </p:cNvPr>
          <p:cNvSpPr txBox="1">
            <a:spLocks/>
          </p:cNvSpPr>
          <p:nvPr/>
        </p:nvSpPr>
        <p:spPr>
          <a:xfrm>
            <a:off x="1333500" y="3181350"/>
            <a:ext cx="3714750" cy="2686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000" b="1"/>
              <a:t>세가지 기술은</a:t>
            </a:r>
            <a:endParaRPr lang="en-US" altLang="ko-KR" sz="3000" b="1"/>
          </a:p>
          <a:p>
            <a:pPr algn="ctr">
              <a:lnSpc>
                <a:spcPct val="150000"/>
              </a:lnSpc>
            </a:pPr>
            <a:r>
              <a:rPr lang="ko-KR" altLang="en-US" sz="3000" b="1"/>
              <a:t>각각 쓰임이 달라</a:t>
            </a:r>
            <a:endParaRPr lang="en-US" altLang="ko-KR" sz="3000" b="1"/>
          </a:p>
          <a:p>
            <a:pPr algn="ctr">
              <a:lnSpc>
                <a:spcPct val="150000"/>
              </a:lnSpc>
            </a:pPr>
            <a:r>
              <a:rPr lang="ko-KR" altLang="en-US" sz="3000" b="1"/>
              <a:t>모두 쓸 줄 알아야</a:t>
            </a:r>
            <a:endParaRPr lang="en-US" altLang="ko-KR" sz="3000" b="1"/>
          </a:p>
          <a:p>
            <a:pPr algn="ctr">
              <a:lnSpc>
                <a:spcPct val="150000"/>
              </a:lnSpc>
            </a:pPr>
            <a:r>
              <a:rPr lang="ko-KR" altLang="en-US" sz="3000" b="1"/>
              <a:t>진정한 마스터</a:t>
            </a:r>
            <a:r>
              <a:rPr lang="en-US" altLang="ko-KR" sz="3000" b="1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955893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44</Words>
  <Application>Microsoft Office PowerPoint</Application>
  <PresentationFormat>와이드스크린</PresentationFormat>
  <Paragraphs>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디지털은 기술이야 반복해서 연습하면, 누구나 할 수 있어 같이 해보자!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미경 장</dc:creator>
  <cp:lastModifiedBy>미경 장</cp:lastModifiedBy>
  <cp:revision>5</cp:revision>
  <dcterms:created xsi:type="dcterms:W3CDTF">2026-04-01T23:55:28Z</dcterms:created>
  <dcterms:modified xsi:type="dcterms:W3CDTF">2026-04-02T01:37:05Z</dcterms:modified>
</cp:coreProperties>
</file>